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902952" cy="6858000"/>
  <p:notesSz cx="6858000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月間コスト</c:v>
                </c:pt>
              </c:strCache>
            </c:strRef>
          </c:tx>
          <c:spPr>
            <a:solidFill>
              <a:srgbClr val="C00000">
                <a:alpha val="100000"/>
              </a:srgbClr>
            </a:solidFill>
            <a:effectLst/>
          </c:spPr>
          <c:invertIfNegative val="0"/>
          <c:dLbls>
            <c:numFmt formatCode="$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240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9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Haiku 4.5</c:v>
                  </c:pt>
                  <c:pt idx="1">
                    <c:v>Sonnet 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30</c:v>
                </c:pt>
              </c:numCache>
            </c:numRef>
          </c:val>
        </c:ser>
        <c:dLbls>
          <c:numFmt formatCode="$0" sourceLinked="0"/>
          <c:txPr>
            <a:bodyPr/>
            <a:lstStyle/>
            <a:p>
              <a:pPr>
                <a:defRPr b="0" i="0" strike="noStrike" sz="1100" u="none">
                  <a:solidFill>
                    <a:srgbClr val="0E2240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224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技術検討会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Datadogログ監視 × AI解析エージェントのご提案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異常検知から原因分析・修正案の提示までを自動化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822960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現状の課題と改善後の運用フロー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087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40873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システム全体構成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5628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45628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通知内容イメージ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0383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503834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モデル選定とコスト試算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5138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5513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導入ステップと次のアクション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20260711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805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　現状の課題と改善後の運用フロー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805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一次調査を自動化し、検知から対応までを短縮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605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現状フロー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4160520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67128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エラー・警告が発生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4160520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63240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Datadogアラートを担当者が受信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850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4160520" cy="82296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59352"/>
            <a:ext cx="3941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ログを手動で調査・原因を特定
</a:t>
            </a:r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調査に時間・対応が属人化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4573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20056"/>
            <a:ext cx="4160520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5020056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対応方針を検討・関係者へ報告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93792" y="1691640"/>
            <a:ext cx="4160520" cy="34747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5193792" y="16916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改善フロー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93792" y="2167128"/>
            <a:ext cx="4160520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167128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エラー・警告・異常をDatadogが検知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93792" y="278892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93792" y="3063240"/>
            <a:ext cx="4160520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3063240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WebhookでAIエージェントを自動起動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93792" y="36850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93792" y="3959352"/>
            <a:ext cx="4160520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959352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Claudeがログを解析し、原因・修正案を生成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93792" y="458114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93792" y="4855464"/>
            <a:ext cx="4160520" cy="82296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4855464"/>
            <a:ext cx="3941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Slackへ通知
</a:t>
            </a:r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担当者は内容の確認と対応判断のみ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79008"/>
            <a:ext cx="880567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779008"/>
            <a:ext cx="8439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一次調査（ログ確認・原因の切り分け）をAIが代行し、担当者は判断に集中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805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　システム全体構成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805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検知から通知までの処理シーケンス（①〜⑧）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307592" cy="42062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監視対象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48256" y="1554480"/>
            <a:ext cx="1307592" cy="42062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7" name="Text 5"/>
          <p:cNvSpPr/>
          <p:nvPr/>
        </p:nvSpPr>
        <p:spPr>
          <a:xfrm>
            <a:off x="2048256" y="155448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Datadog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47872" y="1554480"/>
            <a:ext cx="1307592" cy="42062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155448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AI解析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47488" y="1554480"/>
            <a:ext cx="1307592" cy="42062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155448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Anthropic API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（Claude）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47104" y="1554480"/>
            <a:ext cx="1307592" cy="42062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547104" y="155448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1307592" cy="42062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55448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02436" y="1975104"/>
            <a:ext cx="0" cy="3099816"/>
          </a:xfrm>
          <a:prstGeom prst="line">
            <a:avLst/>
          </a:prstGeom>
          <a:noFill/>
          <a:ln w="12700">
            <a:solidFill>
              <a:srgbClr val="9AA7B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702052" y="1975104"/>
            <a:ext cx="0" cy="3099816"/>
          </a:xfrm>
          <a:prstGeom prst="line">
            <a:avLst/>
          </a:prstGeom>
          <a:noFill/>
          <a:ln w="12700">
            <a:solidFill>
              <a:srgbClr val="9AA7B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201668" y="1975104"/>
            <a:ext cx="0" cy="3099816"/>
          </a:xfrm>
          <a:prstGeom prst="line">
            <a:avLst/>
          </a:prstGeom>
          <a:noFill/>
          <a:ln w="12700">
            <a:solidFill>
              <a:srgbClr val="9AA7B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701284" y="1975104"/>
            <a:ext cx="0" cy="3099816"/>
          </a:xfrm>
          <a:prstGeom prst="line">
            <a:avLst/>
          </a:prstGeom>
          <a:noFill/>
          <a:ln w="12700">
            <a:solidFill>
              <a:srgbClr val="9AA7B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200900" y="1975104"/>
            <a:ext cx="0" cy="3099816"/>
          </a:xfrm>
          <a:prstGeom prst="line">
            <a:avLst/>
          </a:prstGeom>
          <a:noFill/>
          <a:ln w="12700">
            <a:solidFill>
              <a:srgbClr val="9AA7B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700516" y="1975104"/>
            <a:ext cx="0" cy="3099816"/>
          </a:xfrm>
          <a:prstGeom prst="line">
            <a:avLst/>
          </a:prstGeom>
          <a:noFill/>
          <a:ln w="12700">
            <a:solidFill>
              <a:srgbClr val="9AA7B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202436" y="2286000"/>
            <a:ext cx="1499616" cy="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80644" y="2039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</a:t>
            </a:r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ログを常時送信（アプリ・バッチ・インフラ）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376172" y="2532888"/>
            <a:ext cx="2651760" cy="27432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6172" y="2532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</a:t>
            </a:r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Monitorが異常判定（ERROR・急増）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02052" y="3054096"/>
            <a:ext cx="1499616" cy="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080260" y="2807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</a:t>
            </a:r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Webhookで起動（アラートID・重大度）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02052" y="3438144"/>
            <a:ext cx="1499616" cy="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  <a:headEnd type="triangl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2080260" y="31912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</a:t>
            </a:r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前後の関連ログを取得（Logs API）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1668" y="3822192"/>
            <a:ext cx="1499616" cy="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579876" y="3575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</a:t>
            </a:r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ログ＋障害コンテキストを送信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01668" y="4206240"/>
            <a:ext cx="1499616" cy="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  <a:headEnd type="triangl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3579876" y="3959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</a:t>
            </a:r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問題・原因・修正案を生成し返却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01668" y="4590288"/>
            <a:ext cx="2999232" cy="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201668" y="434340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⑦ </a:t>
            </a:r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解析結果を整形して通知（Block Kit形式）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00900" y="4974336"/>
            <a:ext cx="1499616" cy="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579108" y="4727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⑧ </a:t>
            </a:r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確認・対応（重大時は深掘り解析）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5193792"/>
            <a:ext cx="2121408" cy="512064"/>
          </a:xfrm>
          <a:prstGeom prst="rect">
            <a:avLst/>
          </a:prstGeom>
          <a:solidFill>
            <a:srgbClr val="EEF1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19379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実行環境
</a:t>
            </a:r>
            <a:pPr indent="0" marL="0">
              <a:buNone/>
            </a:pPr>
            <a:r>
              <a:rPr lang="en-US" sz="9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Lambda等（常駐不要）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77033" y="5193792"/>
            <a:ext cx="2121408" cy="512064"/>
          </a:xfrm>
          <a:prstGeom prst="rect">
            <a:avLst/>
          </a:prstGeom>
          <a:solidFill>
            <a:srgbClr val="EEF1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68473" y="519379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使用API
</a:t>
            </a:r>
            <a:pPr indent="0" marL="0">
              <a:buNone/>
            </a:pPr>
            <a:r>
              <a:rPr lang="en-US" sz="9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Datadog Logs／Anthropic／Slack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05426" y="5193792"/>
            <a:ext cx="2121408" cy="512064"/>
          </a:xfrm>
          <a:prstGeom prst="rect">
            <a:avLst/>
          </a:prstGeom>
          <a:solidFill>
            <a:srgbClr val="EEF1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96866" y="519379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検知→通知
</a:t>
            </a:r>
            <a:pPr indent="0" marL="0">
              <a:buNone/>
            </a:pPr>
            <a:r>
              <a:rPr lang="en-US" sz="9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約10〜20秒（試算）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33818" y="5193792"/>
            <a:ext cx="2121408" cy="512064"/>
          </a:xfrm>
          <a:prstGeom prst="rect">
            <a:avLst/>
          </a:prstGeom>
          <a:solidFill>
            <a:srgbClr val="EEF1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25258" y="519379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
</a:t>
            </a:r>
            <a:pPr indent="0" marL="0">
              <a:buNone/>
            </a:pPr>
            <a:r>
              <a:rPr lang="en-US" sz="9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ログは解析時のみ・保存なし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5779008"/>
            <a:ext cx="880567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5779008"/>
            <a:ext cx="8439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既存のDatadogをそのまま活用。追加開発は③〜⑦のエージェント部分のみ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805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　通知内容イメージ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805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「何が・なぜ・どう直すか」まで揃った通知が届く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760720" cy="36576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Slack通知イメージ（サンプル）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760720" cy="3566160"/>
          </a:xfrm>
          <a:prstGeom prst="rect">
            <a:avLst/>
          </a:prstGeom>
          <a:solidFill>
            <a:srgbClr val="EEF1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件名　</a:t>
            </a:r>
            <a:pPr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【障害検知】決済APIで5xxエラー急増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　</a:t>
            </a:r>
            <a:pPr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14:32以降、payment-serviceの5xxエラーが通常の20倍に増加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1868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原因（推定）　</a:t>
            </a:r>
            <a:pPr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DBコネクションプールの枯渇。直前のデプロイ以降、接続数が上限に到達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856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影響範囲　</a:t>
            </a:r>
            <a:pPr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決済処理の約15%が失敗（推定）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242816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修正案　</a:t>
            </a:r>
            <a:pPr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プールサイズの一時拡大　② 直前デプロイのロールバック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接続リーク箇所の修正（該当ログ添付）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9926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参考情報　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エラーログ抜粋・該当ダッシュボードへのリンク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1691640"/>
            <a:ext cx="2724912" cy="32918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6739128" y="16916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調査済みの状態で届く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29400" y="2020824"/>
            <a:ext cx="2724912" cy="77724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9128" y="202082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通知を開いた時点で一次調査が完了している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9400" y="3063240"/>
            <a:ext cx="2724912" cy="32918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6739128" y="30632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夜間・休日も一定品質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3392424"/>
            <a:ext cx="2724912" cy="77724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9128" y="339242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誰が受けても同じ水準の初動情報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9400" y="4434840"/>
            <a:ext cx="2724912" cy="32918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22" name="Text 20"/>
          <p:cNvSpPr/>
          <p:nvPr/>
        </p:nvSpPr>
        <p:spPr>
          <a:xfrm>
            <a:off x="6739128" y="44348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数値は実ログに基づく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400" y="4764024"/>
            <a:ext cx="2724912" cy="77724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39128" y="476402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エージェントはDatadogの実データのみを参照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779008"/>
            <a:ext cx="880567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779008"/>
            <a:ext cx="8439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通知の時点で初動対応に必要な情報が揃い、対応開始までの時間を大幅に短縮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805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　モデル選定とコスト試算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805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通常はHaiku、重大障害のみSonnetの2段構成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78308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Haiku 4.5（推奨）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Sonnet 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位置づけ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高速・低コスト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高精度・バランス型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入力単価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$1.00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$3.00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出力単価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$5.00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$15.00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応答速度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最速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高速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適する用途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通常アラートの一次解析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重大障害の深掘り解析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7373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月間コスト試算（アラート1,000件/月）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126480" y="2103120"/>
          <a:ext cx="3227832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6126480" y="452628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1件あたり入力5,000・出力1,000トークンと仮定した試算。実ログ量により変動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48640" y="47091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両モデルともAnthropic Claudeシリーズ。単価は100万トークンあたりのAPI利用料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出典：Anthropic公式価格（2026年6月時点）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48640" y="5779008"/>
            <a:ext cx="880567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5779008"/>
            <a:ext cx="8439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1通知あたり約$0.01（約1.5円）。通常運用はHaikuで十分な精度とコスト効率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805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　導入ステップと次のアクション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805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まず1システムでPoC、効果を確認して展開（案）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880360"/>
            <a:ext cx="8046720" cy="0"/>
          </a:xfrm>
          <a:prstGeom prst="line">
            <a:avLst/>
          </a:prstGeom>
          <a:noFill/>
          <a:ln w="31750">
            <a:solidFill>
              <a:srgbClr val="0E2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2184" y="2798064"/>
            <a:ext cx="164592" cy="164592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4630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
</a:t>
            </a:r>
            <a:pPr algn="ctr"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PoC構築・検証
</a:t>
            </a:r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対象1システムで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約2週間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55464" y="2798064"/>
            <a:ext cx="164592" cy="164592"/>
          </a:xfrm>
          <a:prstGeom prst="ellipse">
            <a:avLst/>
          </a:prstGeom>
          <a:solidFill>
            <a:srgbClr val="0E2240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31089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
</a:t>
            </a:r>
            <a:pPr algn="ctr"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一部システムへ適用
</a:t>
            </a:r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通知精度の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チューニング　約2週間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38744" y="2798064"/>
            <a:ext cx="164592" cy="164592"/>
          </a:xfrm>
          <a:prstGeom prst="ellipse">
            <a:avLst/>
          </a:prstGeom>
          <a:solidFill>
            <a:srgbClr val="0E2240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14630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
</a:t>
            </a:r>
            <a:pPr algn="ctr"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全体展開
</a:t>
            </a:r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対象を順次拡大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・運用ルール整備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8805672" cy="34747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43400"/>
            <a:ext cx="8531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次のアクション（ご相談事項）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90872"/>
            <a:ext cx="8805672" cy="91440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690872"/>
            <a:ext cx="8439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PoC対象システムの選定　　② Datadog APIキー・Slack通知チャンネルの準備　　③ PoC開始時期の確定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2026-07-11T07:23:05Z</dcterms:created>
  <dcterms:modified xsi:type="dcterms:W3CDTF">2026-07-11T07:23:05Z</dcterms:modified>
</cp:coreProperties>
</file>